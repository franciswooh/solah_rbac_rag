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code proj_card_launch_vn. Go-live depends on SBV licensing through our local partner; the campaign plan includes a hold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Segment A is expected to deliver about 60 of the 150 pilot SMEs.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cashback claims in VN until pricing is approved locally.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Paid social is the largest line, with partner channel expected to have the lowest CAC.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Contingency of SGD 40k is released only by the Marketing Manager with CFO notification.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SBV approval slips, the go-live burst moves but the waitlist stays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CAC is calculated on activated accounts, not sign-ups.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 owner is the VN Launch campaign lead; reviewed weekly.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Aspire VN Launch Campaign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Document ID: M02</a:t>
            </a:r>
          </a:p>
          <a:p>
            <a:r>
              <a:t>Department: Marketing</a:t>
            </a:r>
          </a:p>
          <a:p>
            <a:r>
              <a:t>Owner: Linh Tran, VN Launch Campaign Lead</a:t>
            </a:r>
          </a:p>
          <a:p>
            <a:r>
              <a:t>Version: v0.9 draft</a:t>
            </a:r>
          </a:p>
          <a:p>
            <a:r>
              <a:t>Effective Date: 2026-10-01</a:t>
            </a:r>
          </a:p>
          <a:p>
            <a:r>
              <a:t>Classification: Internal</a:t>
            </a:r>
          </a:p>
          <a:p>
            <a:r>
              <a:t>Compartments: none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 go-live of the Aspire Corporate Card in Vietnam targeted for 2027-02-01</a:t>
            </a:r>
          </a:p>
          <a:p>
            <a:r>
              <a:t>Recruit 150 SMEs into the VND corporate card pilot</a:t>
            </a:r>
          </a:p>
          <a:p>
            <a:r>
              <a:t>Build brand awareness among Ho Chi Minh City finance leads</a:t>
            </a:r>
          </a:p>
          <a:p>
            <a:r>
              <a:t>Total marketing budget: SGD 800k, Dec 2026 to Mar 2027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SMEs in HCMC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Segment A: export-oriented SMEs in Districts 1, 3 and Thu Duc with 20-200 staff</a:t>
            </a:r>
          </a:p>
          <a:p>
            <a:r>
              <a:t>Segment B: e-commerce and SaaS firms paying overseas ad platforms in USD</a:t>
            </a:r>
          </a:p>
          <a:p>
            <a:r>
              <a:t>Segment C: logistics and trading firms with frequent cross-border supplier payments</a:t>
            </a:r>
          </a:p>
          <a:p>
            <a:r>
              <a:t>Persona: finance manager or founder-CFO, aged 30-45, uses Zalo and LinkedIn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Positioning and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Spend control for growing Vietnamese businesses: one card, every team, full visibility</a:t>
            </a:r>
          </a:p>
          <a:p>
            <a:r>
              <a:t>Proof points: real-time limits, VND and USD spend, expense capture in Aspire Spend</a:t>
            </a:r>
          </a:p>
          <a:p>
            <a:r>
              <a:t>Tagline in Vietnamese reviewed by local counsel and Brand Studio</a:t>
            </a:r>
          </a:p>
          <a:p>
            <a:r>
              <a:t>All claims comply with Brand Guidelines v2026 and SBV advertising rules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LinkedIn and Facebook paid campaigns targeting HCMC finance roles</a:t>
            </a:r>
          </a:p>
          <a:p>
            <a:r>
              <a:t>Zalo Official Account with onboarding flow and chatbot</a:t>
            </a:r>
          </a:p>
          <a:p>
            <a:r>
              <a:t>Partner channel: co-marketing with the local partner bank and 3 accounting firms</a:t>
            </a:r>
          </a:p>
          <a:p>
            <a:r>
              <a:t>Events: 2 CFO breakfast roundtables and 1 launch event in HCMC</a:t>
            </a:r>
          </a:p>
          <a:p>
            <a:r>
              <a:t>Content: Vietnamese-language guides on cross-border payments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Split (SGD 800k)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Paid digital: SGD 320k (40%)</a:t>
            </a:r>
          </a:p>
          <a:p>
            <a:r>
              <a:t>Events and roadshows: SGD 160k (20%)</a:t>
            </a:r>
          </a:p>
          <a:p>
            <a:r>
              <a:t>Partner co-marketing: SGD 120k (15%)</a:t>
            </a:r>
          </a:p>
          <a:p>
            <a:r>
              <a:t>Content, localisation and creative: SGD 100k (12.5%)</a:t>
            </a:r>
          </a:p>
          <a:p>
            <a:r>
              <a:t>PR and influencers: SGD 60k (7.5%); contingency: SGD 40k (5%)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 Dec 2026 to Mar 2027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 2026: creative, localisation, landing page and waitlist opens</a:t>
            </a:r>
          </a:p>
          <a:p>
            <a:r>
              <a:t>Jan 2027: teaser campaign, partner briefings, 2 roundtables</a:t>
            </a:r>
          </a:p>
          <a:p>
            <a:r>
              <a:t>1 Feb 2027: go-live and launch event; pilot onboarding begins</a:t>
            </a:r>
          </a:p>
          <a:p>
            <a:r>
              <a:t>Feb-Mar 2027: performance push, case studies, referral incentives</a:t>
            </a:r>
          </a:p>
          <a:p>
            <a:r>
              <a:t>End Mar 2027: pilot review and decision on full rollout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150 pilot SMEs onboarded by 2027-03-31</a:t>
            </a:r>
          </a:p>
          <a:p>
            <a:r>
              <a:t>Blended CAC target: SGD 2,400 per activated SME (SGD 360k of acquisition spend plus partner costs)</a:t>
            </a:r>
          </a:p>
          <a:p>
            <a:r>
              <a:t>6,000 waitlist sign-ups and 15% waitlist-to-application conversion</a:t>
            </a:r>
          </a:p>
          <a:p>
            <a:r>
              <a:t>60% of pilot SMEs issue at least 3 cards within 30 days</a:t>
            </a:r>
          </a:p>
          <a:p>
            <a:r>
              <a:t>NPS of 40 or higher at pilot end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Licensing delay: keep waitlist-only mode and hold paid spend until approval</a:t>
            </a:r>
          </a:p>
          <a:p>
            <a:r>
              <a:t>Regulatory wording issues: local counsel review within 3 business days per asset</a:t>
            </a:r>
          </a:p>
          <a:p>
            <a:r>
              <a:t>Low trust in a new brand: lean on partner bank co-branding and testimonials</a:t>
            </a:r>
          </a:p>
          <a:p>
            <a:r>
              <a:t>Currency volatility affecting budget: budget fixed in SGD, 5% FX buffer</a:t>
            </a:r>
          </a:p>
          <a:p>
            <a:r>
              <a:t>Localisation quality: native reviewer sign-off on every asset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